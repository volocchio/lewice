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LEWICE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Ice Accretion Analysis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36576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Aircraft Icing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Airfoil: NACA 0012  |  Chord: 0.914 m (36.00 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Date: April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Reference: 14 CFR Part 25 Appendix C  |  NASA LEWICE 3.2  |  LEWICE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Icing Conditions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Freestream Velocity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175.0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KTAS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MSL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Temperature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 C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Liquid Water Content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g/m^3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 Volume Diameter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microns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Exposure Time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of Attack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Chord Length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0.9144 / 36.00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 / 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Ice Type (Predicted)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Mixed/Rime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05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Condition Dashboard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48056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Max Ice Thickness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413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4.6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742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Ice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43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Mixed/Rime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272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73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Full Airfoil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409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Leading Edge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Impingement Limits &amp; Ice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Impingement data not available for this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Accretion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Maximum ice thickness:  4.6 mm  (0.183 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 type classification:  Mixed/Rime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assessment:  LOW — Thin accretion, minimal aerodynamic impact expected.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Icing exposure:  6.0 min at 0.54 g/m3 LWC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Clean airfoil points:  159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Iced airfoil points:  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1097280" cy="1097280"/>
          </a:xfrm>
          <a:prstGeom prst="ellipse">
            <a:avLst/>
          </a:prstGeom>
          <a:solidFill>
            <a:srgbClr val="28A745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A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3545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Calibri"/>
              </a:defRPr>
            </a:pPr>
            <a:r>
              <a:t>Assessment: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Thin accretion, minimal aerodynamic impact expected.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Ice accretion is within acceptable limits for continued flight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Standard ice protection system activation procedures are sufficient.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No additional aerodynamic penalty analysis required for this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Document results for certification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